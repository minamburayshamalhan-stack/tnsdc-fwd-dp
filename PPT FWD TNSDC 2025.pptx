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type="screen16x9" cy="6858000" cx="12192000"/>
  <p:notesSz cx="12192000" cy="6858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02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1048703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IN"/>
          </a:p>
        </p:txBody>
      </p:sp>
      <p:sp>
        <p:nvSpPr>
          <p:cNvPr id="104870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0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0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60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32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92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93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94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595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88" name="Holder 3"/>
          <p:cNvSpPr>
            <a:spLocks noGrp="1"/>
          </p:cNvSpPr>
          <p:nvPr>
            <p:ph type="body" idx="1"/>
          </p:nvPr>
        </p:nvSpPr>
        <p:spPr/>
        <p:txBody>
          <a:bodyPr bIns="0" lIns="0" rIns="0" tIns="0"/>
          <a:p/>
        </p:txBody>
      </p:sp>
      <p:sp>
        <p:nvSpPr>
          <p:cNvPr id="1048689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90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91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9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9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95" name="Holder 5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96" name="Holder 6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97" name="Holder 7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07" name="Holder 3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08" name="Holder 4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09" name="Holder 5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Holder 2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99" name="Holder 3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700" name="Holder 4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ah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bIns="0" lIns="0" rIns="0" rtlCol="0" tIns="0" wrap="square"/>
          <a:p/>
        </p:txBody>
      </p:sp>
      <p:sp>
        <p:nvSpPr>
          <p:cNvPr id="104857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ah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bIns="0" lIns="0" rIns="0" rtlCol="0" tIns="0" wrap="square"/>
          <a:p/>
        </p:txBody>
      </p:sp>
      <p:sp>
        <p:nvSpPr>
          <p:cNvPr id="104857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ah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7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ah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ah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ah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ah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ah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ah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6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87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88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9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590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1048596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ah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bIns="0" lIns="0" rIns="0" rtlCol="0" tIns="0" wrap="square"/>
            <a:p/>
          </p:txBody>
        </p:sp>
        <p:sp>
          <p:nvSpPr>
            <p:cNvPr id="1048597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ah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598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ah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bIns="0" lIns="0" rIns="0" rtlCol="0" tIns="0" wrap="square"/>
          <a:p/>
        </p:txBody>
      </p:sp>
      <p:sp>
        <p:nvSpPr>
          <p:cNvPr id="1048599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ah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00" name="object 7"/>
          <p:cNvSpPr txBox="1">
            <a:spLocks noGrp="1"/>
          </p:cNvSpPr>
          <p:nvPr>
            <p:ph type="ctrTitle"/>
          </p:nvPr>
        </p:nvSpPr>
        <p:spPr>
          <a:xfrm>
            <a:off x="1523999" y="19665"/>
            <a:ext cx="7629525" cy="10452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3213735">
              <a:spcBef>
                <a:spcPts val="130"/>
              </a:spcBef>
            </a:pPr>
            <a:r>
              <a:rPr b="1" dirty="0" i="0" lang="en-US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br>
              <a:rPr b="1" dirty="0" i="0" lang="en-US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dirty="0" spc="15"/>
          </a:p>
        </p:txBody>
      </p:sp>
      <p:pic>
        <p:nvPicPr>
          <p:cNvPr id="2097152" name="object 9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01" name="object 11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1</a:t>
            </a:fld>
            <a:endParaRPr dirty="0" spc="10"/>
          </a:p>
        </p:txBody>
      </p:sp>
      <p:sp>
        <p:nvSpPr>
          <p:cNvPr id="1048602" name="TextBox 13"/>
          <p:cNvSpPr txBox="1"/>
          <p:nvPr/>
        </p:nvSpPr>
        <p:spPr>
          <a:xfrm>
            <a:off x="280987" y="3351846"/>
            <a:ext cx="8610600" cy="3025140"/>
          </a:xfrm>
          <a:prstGeom prst="rect"/>
          <a:noFill/>
        </p:spPr>
        <p:txBody>
          <a:bodyPr anchor="t" bIns="45720" lIns="91440" rIns="91440" rtlCol="0" tIns="45720" wrap="square">
            <a:spAutoFit/>
          </a:bodyPr>
          <a:p>
            <a:r>
              <a:rPr dirty="0" sz="2400" lang="en-US"/>
              <a:t>STUDENT NAME: </a:t>
            </a:r>
            <a:r>
              <a:rPr dirty="0" sz="2400" lang="en-US"/>
              <a:t>A</a:t>
            </a:r>
            <a:r>
              <a:rPr dirty="0" sz="2400" lang="en-US"/>
              <a:t>Y</a:t>
            </a:r>
            <a:r>
              <a:rPr dirty="0" sz="2400" lang="en-US"/>
              <a:t>S</a:t>
            </a:r>
            <a:r>
              <a:rPr dirty="0" sz="2400" lang="en-US"/>
              <a:t>H</a:t>
            </a:r>
            <a:r>
              <a:rPr dirty="0" sz="2400" lang="en-US"/>
              <a:t>A</a:t>
            </a:r>
            <a:r>
              <a:rPr dirty="0" sz="2400" lang="en-US"/>
              <a:t> </a:t>
            </a:r>
            <a:r>
              <a:rPr dirty="0" sz="2400" lang="en-US"/>
              <a:t>M</a:t>
            </a:r>
            <a:r>
              <a:rPr dirty="0" sz="2400" lang="en-US"/>
              <a:t>A</a:t>
            </a:r>
            <a:r>
              <a:rPr dirty="0" sz="2400" lang="en-US"/>
              <a:t>L</a:t>
            </a:r>
            <a:r>
              <a:rPr dirty="0" sz="2400" lang="en-US"/>
              <a:t>H</a:t>
            </a:r>
            <a:r>
              <a:rPr dirty="0" sz="2400" lang="en-US"/>
              <a:t>A</a:t>
            </a:r>
            <a:r>
              <a:rPr dirty="0" sz="2400" lang="en-US"/>
              <a:t>N</a:t>
            </a:r>
            <a:r>
              <a:rPr dirty="0" sz="2400" lang="en-US"/>
              <a:t>.</a:t>
            </a:r>
            <a:r>
              <a:rPr dirty="0" sz="2400" lang="en-US"/>
              <a:t>M</a:t>
            </a:r>
            <a:r>
              <a:rPr dirty="0" sz="2400" lang="en-US"/>
              <a:t>.</a:t>
            </a:r>
            <a:r>
              <a:rPr dirty="0" sz="2400" lang="en-US"/>
              <a:t>B</a:t>
            </a:r>
            <a:endParaRPr altLang="en-US" lang="zh-CN"/>
          </a:p>
          <a:p>
            <a:r>
              <a:rPr dirty="0" sz="2400" lang="en-US"/>
              <a:t>REGISTER NO AND NMID: </a:t>
            </a:r>
            <a:r>
              <a:rPr dirty="0" sz="2400" lang="en-US"/>
              <a:t>3</a:t>
            </a:r>
            <a:r>
              <a:rPr dirty="0" sz="2400" lang="en-US"/>
              <a:t>1</a:t>
            </a:r>
            <a:r>
              <a:rPr dirty="0" sz="2400" lang="en-US"/>
              <a:t>2</a:t>
            </a:r>
            <a:r>
              <a:rPr dirty="0" sz="2400" lang="en-US"/>
              <a:t>2</a:t>
            </a:r>
            <a:r>
              <a:rPr dirty="0" sz="2400" lang="en-US"/>
              <a:t>4</a:t>
            </a:r>
            <a:r>
              <a:rPr dirty="0" sz="2400" lang="en-US"/>
              <a:t>U</a:t>
            </a:r>
            <a:r>
              <a:rPr dirty="0" sz="2400" lang="en-US"/>
              <a:t>0</a:t>
            </a:r>
            <a:r>
              <a:rPr dirty="0" sz="2400" lang="en-US"/>
              <a:t>9</a:t>
            </a:r>
            <a:r>
              <a:rPr dirty="0" sz="2400" lang="en-US"/>
              <a:t>0</a:t>
            </a:r>
            <a:r>
              <a:rPr dirty="0" sz="2400" lang="en-US"/>
              <a:t>1</a:t>
            </a:r>
            <a:r>
              <a:rPr dirty="0" sz="2400" lang="en-US"/>
              <a:t>5</a:t>
            </a:r>
            <a:endParaRPr dirty="0" sz="2400" lang="en-US">
              <a:cs typeface="Calibri"/>
            </a:endParaRPr>
          </a:p>
          <a:p>
            <a:r>
              <a:rPr dirty="0" sz="2400" lang="en-US"/>
              <a:t>DEPARTMENT: </a:t>
            </a:r>
            <a:r>
              <a:rPr dirty="0" sz="2400" lang="en-US"/>
              <a:t>B</a:t>
            </a:r>
            <a:r>
              <a:rPr dirty="0" sz="2400" lang="en-US"/>
              <a:t>A</a:t>
            </a:r>
            <a:r>
              <a:rPr dirty="0" sz="2400" lang="en-US"/>
              <a:t>C</a:t>
            </a:r>
            <a:r>
              <a:rPr dirty="0" sz="2400" lang="en-US"/>
              <a:t>H</a:t>
            </a:r>
            <a:r>
              <a:rPr dirty="0" sz="2400" lang="en-US"/>
              <a:t>E</a:t>
            </a:r>
            <a:r>
              <a:rPr dirty="0" sz="2400" lang="en-US"/>
              <a:t>L</a:t>
            </a:r>
            <a:r>
              <a:rPr dirty="0" sz="2400" lang="en-US"/>
              <a:t>O</a:t>
            </a:r>
            <a:r>
              <a:rPr dirty="0" sz="2400" lang="en-US"/>
              <a:t>R</a:t>
            </a:r>
            <a:r>
              <a:rPr dirty="0" sz="2400" lang="en-US"/>
              <a:t> </a:t>
            </a:r>
            <a:r>
              <a:rPr dirty="0" sz="2400" lang="en-US"/>
              <a:t>O</a:t>
            </a:r>
            <a:r>
              <a:rPr dirty="0" sz="2400" lang="en-US"/>
              <a:t>F</a:t>
            </a:r>
            <a:r>
              <a:rPr dirty="0" sz="2400" lang="en-US"/>
              <a:t> </a:t>
            </a:r>
            <a:r>
              <a:rPr dirty="0" sz="2400" lang="en-US"/>
              <a:t>C</a:t>
            </a:r>
            <a:r>
              <a:rPr dirty="0" sz="2400" lang="en-US"/>
              <a:t>O</a:t>
            </a:r>
            <a:r>
              <a:rPr dirty="0" sz="2400" lang="en-US"/>
              <a:t>M</a:t>
            </a:r>
            <a:r>
              <a:rPr dirty="0" sz="2400" lang="en-US"/>
              <a:t>P</a:t>
            </a:r>
            <a:r>
              <a:rPr dirty="0" sz="2400" lang="en-US"/>
              <a:t>UTER </a:t>
            </a:r>
            <a:r>
              <a:rPr dirty="0" sz="2400" lang="en-US"/>
              <a:t>A</a:t>
            </a:r>
            <a:r>
              <a:rPr dirty="0" sz="2400" lang="en-US"/>
              <a:t>P</a:t>
            </a:r>
            <a:r>
              <a:rPr dirty="0" sz="2400" lang="en-US"/>
              <a:t>P</a:t>
            </a:r>
            <a:r>
              <a:rPr dirty="0" sz="2400" lang="en-US"/>
              <a:t>L</a:t>
            </a:r>
            <a:r>
              <a:rPr dirty="0" sz="2400" lang="en-US"/>
              <a:t>I</a:t>
            </a:r>
            <a:r>
              <a:rPr dirty="0" sz="2400" lang="en-US"/>
              <a:t>C</a:t>
            </a:r>
            <a:r>
              <a:rPr dirty="0" sz="2400" lang="en-US"/>
              <a:t>A</a:t>
            </a:r>
            <a:r>
              <a:rPr dirty="0" sz="2400" lang="en-US"/>
              <a:t>T</a:t>
            </a:r>
            <a:r>
              <a:rPr dirty="0" sz="2400" lang="en-US"/>
              <a:t>I</a:t>
            </a:r>
            <a:r>
              <a:rPr dirty="0" sz="2400" lang="en-US"/>
              <a:t>O</a:t>
            </a:r>
            <a:r>
              <a:rPr dirty="0" sz="2400" lang="en-US"/>
              <a:t>N</a:t>
            </a:r>
            <a:endParaRPr altLang="en-US" lang="zh-CN"/>
          </a:p>
          <a:p>
            <a:r>
              <a:rPr dirty="0" sz="2400" lang="en-US"/>
              <a:t>COLLEGE: COLLEGE/ UNIVERSITY</a:t>
            </a:r>
            <a:r>
              <a:rPr dirty="0" sz="2400" lang="en-US"/>
              <a:t> </a:t>
            </a:r>
            <a:endParaRPr altLang="en-US" lang="zh-CN"/>
          </a:p>
          <a:p>
            <a:r>
              <a:rPr altLang="en-US" dirty="0" sz="2400" lang="en-US"/>
              <a:t>I</a:t>
            </a:r>
            <a:r>
              <a:rPr altLang="en-US" dirty="0" sz="2400" lang="en-US"/>
              <a:t>S</a:t>
            </a:r>
            <a:r>
              <a:rPr altLang="en-US" dirty="0" sz="2400" lang="en-US"/>
              <a:t>L</a:t>
            </a:r>
            <a:r>
              <a:rPr altLang="en-US" dirty="0" sz="2400" lang="en-US"/>
              <a:t>A</a:t>
            </a:r>
            <a:r>
              <a:rPr altLang="en-US" dirty="0" sz="2400" lang="en-US"/>
              <a:t>M</a:t>
            </a:r>
            <a:r>
              <a:rPr altLang="en-US" dirty="0" sz="2400" lang="en-US"/>
              <a:t>I</a:t>
            </a:r>
            <a:r>
              <a:rPr altLang="en-US" dirty="0" sz="2400" lang="en-US"/>
              <a:t>A</a:t>
            </a:r>
            <a:r>
              <a:rPr altLang="en-US" dirty="0" sz="2400" lang="en-US"/>
              <a:t>H</a:t>
            </a:r>
            <a:r>
              <a:rPr altLang="en-US" dirty="0" sz="2400" lang="en-US"/>
              <a:t> </a:t>
            </a:r>
            <a:r>
              <a:rPr altLang="en-US" dirty="0" sz="2400" lang="en-US"/>
              <a:t>W</a:t>
            </a:r>
            <a:r>
              <a:rPr altLang="en-US" dirty="0" sz="2400" lang="en-US"/>
              <a:t>O</a:t>
            </a:r>
            <a:r>
              <a:rPr altLang="en-US" dirty="0" sz="2400" lang="en-US"/>
              <a:t>M</a:t>
            </a:r>
            <a:r>
              <a:rPr altLang="en-US" dirty="0" sz="2400" lang="en-US"/>
              <a:t>E</a:t>
            </a:r>
            <a:r>
              <a:rPr altLang="en-US" dirty="0" sz="2400" lang="en-US"/>
              <a:t>N </a:t>
            </a:r>
            <a:r>
              <a:rPr altLang="en-US" dirty="0" sz="2400" lang="en-US"/>
              <a:t>'</a:t>
            </a:r>
            <a:r>
              <a:rPr altLang="en-US" dirty="0" sz="2400" lang="en-US"/>
              <a:t>S</a:t>
            </a:r>
            <a:r>
              <a:rPr altLang="en-US" dirty="0" sz="2400" lang="en-US"/>
              <a:t> </a:t>
            </a:r>
            <a:r>
              <a:rPr altLang="en-US" dirty="0" sz="2400" lang="en-US"/>
              <a:t>A</a:t>
            </a:r>
            <a:r>
              <a:rPr altLang="en-US" dirty="0" sz="2400" lang="en-US"/>
              <a:t>R</a:t>
            </a:r>
            <a:r>
              <a:rPr altLang="en-US" dirty="0" sz="2400" lang="en-US"/>
              <a:t>T</a:t>
            </a:r>
            <a:r>
              <a:rPr altLang="en-US" dirty="0" sz="2400" lang="en-US"/>
              <a:t>S</a:t>
            </a:r>
            <a:r>
              <a:rPr altLang="en-US" dirty="0" sz="2400" lang="en-US"/>
              <a:t> </a:t>
            </a:r>
            <a:r>
              <a:rPr altLang="en-US" dirty="0" sz="2400" lang="en-US"/>
              <a:t>A</a:t>
            </a:r>
            <a:r>
              <a:rPr altLang="en-US" dirty="0" sz="2400" lang="en-US"/>
              <a:t>N</a:t>
            </a:r>
            <a:r>
              <a:rPr altLang="en-US" dirty="0" sz="2400" lang="en-US"/>
              <a:t>D</a:t>
            </a:r>
            <a:r>
              <a:rPr altLang="en-US" dirty="0" sz="2400" lang="en-US"/>
              <a:t> </a:t>
            </a:r>
            <a:r>
              <a:rPr altLang="en-US" dirty="0" sz="2400" lang="en-US"/>
              <a:t>S</a:t>
            </a:r>
            <a:r>
              <a:rPr altLang="en-US" dirty="0" sz="2400" lang="en-US"/>
              <a:t>C</a:t>
            </a:r>
            <a:r>
              <a:rPr altLang="en-US" dirty="0" sz="2400" lang="en-US"/>
              <a:t>I</a:t>
            </a:r>
            <a:r>
              <a:rPr altLang="en-US" dirty="0" sz="2400" lang="en-US"/>
              <a:t>E</a:t>
            </a:r>
            <a:r>
              <a:rPr altLang="en-US" dirty="0" sz="2400" lang="en-US"/>
              <a:t>N</a:t>
            </a:r>
            <a:r>
              <a:rPr altLang="en-US" dirty="0" sz="2400" lang="en-US"/>
              <a:t>C</a:t>
            </a:r>
            <a:r>
              <a:rPr altLang="en-US" dirty="0" sz="2400" lang="en-US"/>
              <a:t>E</a:t>
            </a:r>
            <a:r>
              <a:rPr altLang="en-US" dirty="0" sz="2400" lang="en-US"/>
              <a:t> </a:t>
            </a:r>
            <a:r>
              <a:rPr altLang="en-US" dirty="0" sz="2400" lang="en-US"/>
              <a:t>C</a:t>
            </a:r>
            <a:r>
              <a:rPr altLang="en-US" dirty="0" sz="2400" lang="en-US"/>
              <a:t>O</a:t>
            </a:r>
            <a:r>
              <a:rPr altLang="en-US" dirty="0" sz="2400" lang="en-US"/>
              <a:t>L</a:t>
            </a:r>
            <a:r>
              <a:rPr altLang="en-US" dirty="0" sz="2400" lang="en-US"/>
              <a:t>L</a:t>
            </a:r>
            <a:r>
              <a:rPr altLang="en-US" dirty="0" sz="2400" lang="en-US"/>
              <a:t>E</a:t>
            </a:r>
            <a:r>
              <a:rPr altLang="en-US" dirty="0" sz="2400" lang="en-US"/>
              <a:t>G</a:t>
            </a:r>
            <a:r>
              <a:rPr altLang="en-US" dirty="0" sz="2400" lang="en-US"/>
              <a:t>E</a:t>
            </a:r>
            <a:endParaRPr altLang="en-US" lang="zh-CN"/>
          </a:p>
          <a:p>
            <a:r>
              <a:rPr dirty="0" sz="2400" lang="en-US"/>
              <a:t>           </a:t>
            </a:r>
            <a:endParaRPr dirty="0" sz="2400"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object 2"/>
          <p:cNvSpPr/>
          <p:nvPr/>
        </p:nvSpPr>
        <p:spPr>
          <a:xfrm rot="23074">
            <a:off x="0" y="0"/>
            <a:ext cx="12192000" cy="6858000"/>
          </a:xfrm>
          <a:custGeom>
            <a:av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bIns="0" lIns="0" rIns="0" rtlCol="0" tIns="0" wrap="square"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object 3"/>
          <p:cNvGrpSpPr/>
          <p:nvPr/>
        </p:nvGrpSpPr>
        <p:grpSpPr>
          <a:xfrm>
            <a:off x="3533584" y="198083"/>
            <a:ext cx="8138692" cy="7699093"/>
            <a:chOff x="7443849" y="0"/>
            <a:chExt cx="4752975" cy="6863080"/>
          </a:xfrm>
        </p:grpSpPr>
        <p:sp>
          <p:nvSpPr>
            <p:cNvPr id="1048611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ah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12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ah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13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ah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4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ah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5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ah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6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ah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7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ah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8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ah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9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ah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20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621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22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23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24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9595586" cy="29121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spc="5"/>
              <a:t>PROJECT</a:t>
            </a:r>
            <a:r>
              <a:rPr dirty="0" sz="4250" spc="-85"/>
              <a:t> </a:t>
            </a:r>
            <a:r>
              <a:rPr dirty="0" sz="4250" spc="25"/>
              <a:t>TITLE</a:t>
            </a:r>
            <a:br>
              <a:rPr dirty="0" sz="4250" lang="en-US" spc="25"/>
            </a:br>
            <a:br>
              <a:rPr dirty="0" sz="4250" lang="en-US" spc="25"/>
            </a:br>
            <a:br>
              <a:rPr dirty="0" sz="4250" lang="en-US" spc="25"/>
            </a:br>
            <a:r>
              <a:rPr dirty="0" sz="4250" lang="en-US" spc="25"/>
              <a:t> </a:t>
            </a:r>
            <a:r>
              <a:rPr dirty="0" sz="4250" lang="en-US" spc="25"/>
              <a:t> </a:t>
            </a:r>
            <a:r>
              <a:rPr dirty="0" sz="4250" lang="en-US" spc="25"/>
              <a:t> </a:t>
            </a:r>
            <a:r>
              <a:rPr dirty="0" sz="4250" lang="en-US" spc="25"/>
              <a:t> </a:t>
            </a:r>
            <a:r>
              <a:rPr dirty="0" sz="4250" lang="en-US" spc="25"/>
              <a:t> </a:t>
            </a:r>
            <a:r>
              <a:rPr b="1" dirty="0" sz="4250" i="1" lang="en-US" spc="25"/>
              <a:t>Creative &amp; Visual</a:t>
            </a:r>
            <a:r>
              <a:rPr b="1" dirty="0" sz="4250" i="1" lang="en-US" spc="25"/>
              <a:t> </a:t>
            </a:r>
            <a:r>
              <a:rPr b="1" dirty="0" sz="4250" i="1" lang="en-US" spc="25"/>
              <a:t>p</a:t>
            </a:r>
            <a:r>
              <a:rPr b="1" dirty="0" sz="4250" i="1" lang="en-US" spc="25"/>
              <a:t>o</a:t>
            </a:r>
            <a:r>
              <a:rPr b="1" dirty="0" sz="4250" i="1" lang="en-US" spc="25"/>
              <a:t>r</a:t>
            </a:r>
            <a:r>
              <a:rPr b="1" dirty="0" sz="4250" i="1" lang="en-US" spc="25"/>
              <a:t>t</a:t>
            </a:r>
            <a:r>
              <a:rPr b="1" dirty="0" sz="4250" i="1" lang="en-US" spc="25"/>
              <a:t>f</a:t>
            </a:r>
            <a:r>
              <a:rPr b="1" dirty="0" sz="4250" i="1" lang="en-US" spc="25"/>
              <a:t>o</a:t>
            </a:r>
            <a:r>
              <a:rPr b="1" dirty="0" sz="4250" i="1" lang="en-US" spc="25"/>
              <a:t>l</a:t>
            </a:r>
            <a:r>
              <a:rPr b="1" dirty="0" sz="4250" i="1" lang="en-US" spc="25"/>
              <a:t>i</a:t>
            </a:r>
            <a:r>
              <a:rPr b="1" dirty="0" sz="4250" i="1" lang="en-US" spc="25"/>
              <a:t>o</a:t>
            </a:r>
            <a:endParaRPr b="1" sz="4250" i="1"/>
          </a:p>
        </p:txBody>
      </p:sp>
      <p:grpSp>
        <p:nvGrpSpPr>
          <p:cNvPr id="27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2097153" name="object 19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/>
          </p:spPr>
        </p:pic>
        <p:pic>
          <p:nvPicPr>
            <p:cNvPr id="2097154" name="object 20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/>
          </p:spPr>
        </p:pic>
      </p:grpSp>
      <p:sp>
        <p:nvSpPr>
          <p:cNvPr id="1048625" name="object 22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2</a:t>
            </a:fld>
            <a:endParaRPr dirty="0" spc="1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bIns="0" lIns="0" rIns="0" rtlCol="0" tIns="0" wrap="square"/>
          <a:p>
            <a:endParaRPr dirty="0"/>
          </a:p>
        </p:txBody>
      </p:sp>
      <p:grpSp>
        <p:nvGrpSpPr>
          <p:cNvPr id="29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627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ah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8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ah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9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ah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0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ah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1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ah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2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ah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3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ah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4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ah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5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ah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36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637" name="object 14"/>
          <p:cNvSpPr txBox="1"/>
          <p:nvPr/>
        </p:nvSpPr>
        <p:spPr>
          <a:xfrm>
            <a:off x="752475" y="6486037"/>
            <a:ext cx="1773555" cy="323849"/>
          </a:xfrm>
          <a:prstGeom prst="rect"/>
        </p:spPr>
        <p:txBody>
          <a:bodyPr bIns="0" lIns="0" rIns="0" rtlCol="0" tIns="0" vert="horz" wrap="square">
            <a:spAutoFit/>
          </a:bodyPr>
          <a:p>
            <a:pPr>
              <a:lnSpc>
                <a:spcPts val="1275"/>
              </a:lnSpc>
            </a:pPr>
            <a:r>
              <a:rPr dirty="0"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dirty="0"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dirty="0"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dirty="0"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b="1" dirty="0" sz="1100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b="1" dirty="0" sz="1100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b="1" dirty="0" sz="1100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38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ah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bIns="0" lIns="0" rIns="0" rtlCol="0" tIns="0" wrap="square"/>
          <a:p/>
        </p:txBody>
      </p:sp>
      <p:sp>
        <p:nvSpPr>
          <p:cNvPr id="1048639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ah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pic>
        <p:nvPicPr>
          <p:cNvPr id="2097155" name="object 17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/>
        </p:spPr>
      </p:pic>
      <p:grpSp>
        <p:nvGrpSpPr>
          <p:cNvPr id="30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2097156" name="object 19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/>
          </p:spPr>
        </p:pic>
        <p:pic>
          <p:nvPicPr>
            <p:cNvPr id="2097157" name="object 20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/>
          </p:spPr>
        </p:pic>
      </p:grpSp>
      <p:sp>
        <p:nvSpPr>
          <p:cNvPr id="1048640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16643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25"/>
              <a:t>A</a:t>
            </a:r>
            <a:r>
              <a:rPr dirty="0" spc="-5"/>
              <a:t>G</a:t>
            </a:r>
            <a:r>
              <a:rPr dirty="0" spc="-35"/>
              <a:t>E</a:t>
            </a:r>
            <a:r>
              <a:rPr dirty="0" spc="15"/>
              <a:t>N</a:t>
            </a:r>
            <a:r>
              <a:rPr dirty="0"/>
              <a:t>DA</a:t>
            </a:r>
          </a:p>
        </p:txBody>
      </p:sp>
      <p:sp>
        <p:nvSpPr>
          <p:cNvPr id="1048641" name="object 22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3</a:t>
            </a:fld>
            <a:endParaRPr dirty="0" spc="10"/>
          </a:p>
        </p:txBody>
      </p:sp>
      <p:sp>
        <p:nvSpPr>
          <p:cNvPr id="1048642" name="TextBox 22"/>
          <p:cNvSpPr txBox="1"/>
          <p:nvPr/>
        </p:nvSpPr>
        <p:spPr>
          <a:xfrm>
            <a:off x="2509807" y="1041533"/>
            <a:ext cx="5029200" cy="5400040"/>
          </a:xfrm>
          <a:prstGeom prst="rect"/>
          <a:noFill/>
        </p:spPr>
        <p:txBody>
          <a:bodyPr rtlCol="0" wrap="square">
            <a:spAutoFit/>
          </a:bodyPr>
          <a:p>
            <a:pPr algn="l"/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dirty="0" sz="2800" lang="en-US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104864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ah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4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ah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58" name="object 5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/>
          </p:spPr>
        </p:pic>
      </p:grpSp>
      <p:sp>
        <p:nvSpPr>
          <p:cNvPr id="1048645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46" name="object 7"/>
          <p:cNvSpPr txBox="1">
            <a:spLocks noGrp="1"/>
          </p:cNvSpPr>
          <p:nvPr>
            <p:ph type="title"/>
          </p:nvPr>
        </p:nvSpPr>
        <p:spPr>
          <a:xfrm>
            <a:off x="834072" y="575055"/>
            <a:ext cx="5636895" cy="14643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2727960"/>
              </a:tabLst>
            </a:pPr>
            <a:r>
              <a:rPr dirty="0" sz="4250" spc="-20"/>
              <a:t>P</a:t>
            </a:r>
            <a:r>
              <a:rPr dirty="0" sz="4250" spc="15"/>
              <a:t>ROB</a:t>
            </a:r>
            <a:r>
              <a:rPr dirty="0" sz="4250" spc="55"/>
              <a:t>L</a:t>
            </a:r>
            <a:r>
              <a:rPr dirty="0" sz="4250" spc="-20"/>
              <a:t>E</a:t>
            </a:r>
            <a:r>
              <a:rPr dirty="0" sz="4250" spc="20"/>
              <a:t>M</a:t>
            </a:r>
            <a:r>
              <a:rPr dirty="0" sz="4250"/>
              <a:t>	</a:t>
            </a:r>
            <a:r>
              <a:rPr dirty="0" sz="4250" spc="10"/>
              <a:t>S</a:t>
            </a:r>
            <a:r>
              <a:rPr dirty="0" sz="4250" spc="-370"/>
              <a:t>T</a:t>
            </a:r>
            <a:r>
              <a:rPr dirty="0" sz="4250" spc="-375"/>
              <a:t>A</a:t>
            </a:r>
            <a:r>
              <a:rPr dirty="0" sz="4250" spc="15"/>
              <a:t>T</a:t>
            </a:r>
            <a:r>
              <a:rPr dirty="0" sz="4250" spc="-10"/>
              <a:t>E</a:t>
            </a:r>
            <a:r>
              <a:rPr dirty="0" sz="4250" spc="-20"/>
              <a:t>ME</a:t>
            </a:r>
            <a:r>
              <a:rPr dirty="0" sz="4250" spc="10"/>
              <a:t>NT</a:t>
            </a:r>
            <a:endParaRPr sz="4250"/>
          </a:p>
        </p:txBody>
      </p:sp>
      <p:pic>
        <p:nvPicPr>
          <p:cNvPr id="2097159" name="object 8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47" name="object 10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4</a:t>
            </a:fld>
            <a:endParaRPr dirty="0" spc="10"/>
          </a:p>
        </p:txBody>
      </p:sp>
      <p:sp>
        <p:nvSpPr>
          <p:cNvPr id="1048648" name=""/>
          <p:cNvSpPr txBox="1"/>
          <p:nvPr/>
        </p:nvSpPr>
        <p:spPr>
          <a:xfrm>
            <a:off x="1067194" y="1651781"/>
            <a:ext cx="7233959" cy="4917440"/>
          </a:xfrm>
          <a:prstGeom prst="rect"/>
        </p:spPr>
        <p:txBody>
          <a:bodyPr rtlCol="0" wrap="square">
            <a:spAutoFit/>
          </a:bodyPr>
          <a:p>
            <a:r>
              <a:rPr sz="2800" lang="en-IN">
                <a:solidFill>
                  <a:srgbClr val="000000"/>
                </a:solidFill>
              </a:rPr>
              <a:t>Recruiters/clients struggle to quickly judge fit from scattered links.
Need a single destination that tells your story, shows work, and makes contacting you effortless—on mobile first.
Constraints: fast load, accessible markup, minimal JS, SEO-friendly. 
MDN Web Docs</a:t>
            </a:r>
            <a:endParaRPr sz="28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1048649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ah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50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ah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60" name="object 5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/>
          </p:spPr>
        </p:pic>
      </p:grpSp>
      <p:sp>
        <p:nvSpPr>
          <p:cNvPr id="1048651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52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14643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2642870"/>
              </a:tabLst>
            </a:pPr>
            <a:r>
              <a:rPr dirty="0" sz="4250" spc="5"/>
              <a:t>PROJECT	</a:t>
            </a:r>
            <a:r>
              <a:rPr dirty="0" sz="4250" spc="-20"/>
              <a:t>OVERVIEW</a:t>
            </a:r>
            <a:endParaRPr sz="4250"/>
          </a:p>
        </p:txBody>
      </p:sp>
      <p:pic>
        <p:nvPicPr>
          <p:cNvPr id="2097161" name="object 8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53" name="object 10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5</a:t>
            </a:fld>
            <a:endParaRPr dirty="0" spc="10"/>
          </a:p>
        </p:txBody>
      </p:sp>
      <p:sp>
        <p:nvSpPr>
          <p:cNvPr id="1048654" name=""/>
          <p:cNvSpPr txBox="1"/>
          <p:nvPr/>
        </p:nvSpPr>
        <p:spPr>
          <a:xfrm>
            <a:off x="739775" y="1540510"/>
            <a:ext cx="7833187" cy="4917440"/>
          </a:xfrm>
          <a:prstGeom prst="rect"/>
        </p:spPr>
        <p:txBody>
          <a:bodyPr rtlCol="0" wrap="square">
            <a:spAutoFit/>
          </a:bodyPr>
          <a:p>
            <a:r>
              <a:rPr sz="2800" lang="en-IN">
                <a:solidFill>
                  <a:srgbClr val="000000"/>
                </a:solidFill>
              </a:rPr>
              <a:t>Build a fast, responsive personal portfolio to showcase projects, skills, and contact info.
Tech: HTML (structure), CSS (presentation), JavaScript (interactivity). 
MDN Web Docs
+1
Success = clear content hierarchy + great UX + strong performance (Core Web Vitals).</a:t>
            </a:r>
            <a:endParaRPr sz="28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56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57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58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11087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25"/>
              <a:t>W</a:t>
            </a:r>
            <a:r>
              <a:rPr dirty="0" sz="3200" spc="-20"/>
              <a:t>H</a:t>
            </a:r>
            <a:r>
              <a:rPr dirty="0" sz="3200" spc="20"/>
              <a:t>O</a:t>
            </a:r>
            <a:r>
              <a:rPr dirty="0" sz="3200" spc="-235"/>
              <a:t> </a:t>
            </a:r>
            <a:r>
              <a:rPr dirty="0" sz="3200" spc="-10"/>
              <a:t>AR</a:t>
            </a:r>
            <a:r>
              <a:rPr dirty="0" sz="3200" spc="15"/>
              <a:t>E</a:t>
            </a:r>
            <a:r>
              <a:rPr dirty="0" sz="3200" spc="-35"/>
              <a:t> </a:t>
            </a:r>
            <a:r>
              <a:rPr dirty="0" sz="3200" spc="-10"/>
              <a:t>T</a:t>
            </a:r>
            <a:r>
              <a:rPr dirty="0" sz="3200" spc="-15"/>
              <a:t>H</a:t>
            </a:r>
            <a:r>
              <a:rPr dirty="0" sz="3200" spc="15"/>
              <a:t>E</a:t>
            </a:r>
            <a:r>
              <a:rPr dirty="0" sz="3200" spc="-35"/>
              <a:t> </a:t>
            </a:r>
            <a:r>
              <a:rPr dirty="0" sz="3200" spc="-20"/>
              <a:t>E</a:t>
            </a:r>
            <a:r>
              <a:rPr dirty="0" sz="3200" spc="30"/>
              <a:t>N</a:t>
            </a:r>
            <a:r>
              <a:rPr dirty="0" sz="3200" spc="15"/>
              <a:t>D</a:t>
            </a:r>
            <a:r>
              <a:rPr dirty="0" sz="3200" spc="-45"/>
              <a:t> </a:t>
            </a:r>
            <a:r>
              <a:rPr dirty="0" sz="3200"/>
              <a:t>U</a:t>
            </a:r>
            <a:r>
              <a:rPr dirty="0" sz="3200" spc="10"/>
              <a:t>S</a:t>
            </a:r>
            <a:r>
              <a:rPr dirty="0" sz="3200" spc="-25"/>
              <a:t>E</a:t>
            </a:r>
            <a:r>
              <a:rPr dirty="0" sz="3200" spc="-10"/>
              <a:t>R</a:t>
            </a:r>
            <a:r>
              <a:rPr dirty="0" sz="3200" spc="5"/>
              <a:t>S?</a:t>
            </a:r>
            <a:endParaRPr sz="3200"/>
          </a:p>
        </p:txBody>
      </p:sp>
      <p:pic>
        <p:nvPicPr>
          <p:cNvPr id="2097162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/>
        </p:spPr>
      </p:pic>
      <p:sp>
        <p:nvSpPr>
          <p:cNvPr id="1048659" name="object 8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6</a:t>
            </a:fld>
            <a:endParaRPr dirty="0" spc="10"/>
          </a:p>
        </p:txBody>
      </p:sp>
      <p:sp>
        <p:nvSpPr>
          <p:cNvPr id="1048660" name=""/>
          <p:cNvSpPr txBox="1"/>
          <p:nvPr/>
        </p:nvSpPr>
        <p:spPr>
          <a:xfrm>
            <a:off x="1025360" y="2019300"/>
            <a:ext cx="8207704" cy="3952240"/>
          </a:xfrm>
          <a:prstGeom prst="rect"/>
        </p:spPr>
        <p:txBody>
          <a:bodyPr rtlCol="0" wrap="square">
            <a:spAutoFit/>
          </a:bodyPr>
          <a:p>
            <a:r>
              <a:rPr sz="2800" lang="en-IN">
                <a:solidFill>
                  <a:srgbClr val="000000"/>
                </a:solidFill>
              </a:rPr>
              <a:t>Recruiters/Clients: scan fast; want role, skills, 2–4 best projects, contact.
Peers/Collaborators: explore code, stack, and live demos.
General audience: simple bio, social links.
Keep layout scannable; don’t let flashy effects block info. 
Reddit</a:t>
            </a:r>
            <a:endParaRPr sz="28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object 2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/>
        </p:spPr>
      </p:pic>
      <p:sp>
        <p:nvSpPr>
          <p:cNvPr id="1048661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62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63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64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6356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lang="en-IN" spc="10"/>
              <a:t>TOOLS AND TECHNIQUES</a:t>
            </a:r>
            <a:endParaRPr dirty="0" sz="3600"/>
          </a:p>
        </p:txBody>
      </p:sp>
      <p:pic>
        <p:nvPicPr>
          <p:cNvPr id="2097164" name="object 7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65" name="object 9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7</a:t>
            </a:fld>
            <a:endParaRPr dirty="0" spc="10"/>
          </a:p>
        </p:txBody>
      </p:sp>
      <p:sp>
        <p:nvSpPr>
          <p:cNvPr id="1048666" name=""/>
          <p:cNvSpPr txBox="1"/>
          <p:nvPr/>
        </p:nvSpPr>
        <p:spPr>
          <a:xfrm rot="21580024">
            <a:off x="2343118" y="1517483"/>
            <a:ext cx="8262881" cy="5400040"/>
          </a:xfrm>
          <a:prstGeom prst="rect"/>
        </p:spPr>
        <p:txBody>
          <a:bodyPr rtlCol="0" wrap="square">
            <a:spAutoFit/>
          </a:bodyPr>
          <a:p>
            <a:r>
              <a:rPr sz="2800" lang="en-IN">
                <a:solidFill>
                  <a:srgbClr val="000000"/>
                </a:solidFill>
              </a:rPr>
              <a:t>Recruiters/Clients: scan fast; want role, skills, 2–4 best projects, contact.
Peers/Collaborators: explore code, stack, and live demos.
General audience: simple bio, social links.
Keep layout scannable; don’t let flashy effects block info. 
Reddit</a:t>
            </a:r>
            <a:endParaRPr sz="28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5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/>
        </p:spPr>
      </p:pic>
      <p:sp>
        <p:nvSpPr>
          <p:cNvPr id="1048668" name="object 9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69" name="object 8"/>
          <p:cNvSpPr txBox="1"/>
          <p:nvPr/>
        </p:nvSpPr>
        <p:spPr>
          <a:xfrm>
            <a:off x="739775" y="291147"/>
            <a:ext cx="8794750" cy="7118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 sz="4000" lang="en-IN" spc="15">
                <a:latin typeface="Trebuchet MS"/>
                <a:cs typeface="Trebuchet MS"/>
              </a:rPr>
              <a:t>POTFOLIO DESIGN AND LAYOUT</a:t>
            </a:r>
            <a:endParaRPr dirty="0" sz="4000">
              <a:latin typeface="Trebuchet MS"/>
              <a:cs typeface="Trebuchet MS"/>
            </a:endParaRPr>
          </a:p>
        </p:txBody>
      </p:sp>
      <p:sp>
        <p:nvSpPr>
          <p:cNvPr id="1048670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71" name=""/>
          <p:cNvSpPr txBox="1"/>
          <p:nvPr/>
        </p:nvSpPr>
        <p:spPr>
          <a:xfrm>
            <a:off x="613003" y="982340"/>
            <a:ext cx="8831034" cy="5400041"/>
          </a:xfrm>
          <a:prstGeom prst="rect"/>
        </p:spPr>
        <p:txBody>
          <a:bodyPr rtlCol="0" wrap="square">
            <a:spAutoFit/>
          </a:bodyPr>
          <a:p>
            <a:r>
              <a:rPr sz="2800" lang="en-IN">
                <a:solidFill>
                  <a:srgbClr val="000000"/>
                </a:solidFill>
              </a:rPr>
              <a:t>Simple IA: Home (hero) → Projects → About → Contact.
Visual hierarchy: big name/title, concise tagline, primary CTA.
Grid thumbnails with short case-study blurbs; deep pages optional.
Ensure mobile-first spacing/typography; clear nav. 
Nielsen Norman Group</a:t>
            </a:r>
            <a:endParaRPr sz="28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825500"/>
          </a:xfrm>
        </p:spPr>
        <p:txBody>
          <a:bodyPr/>
          <a:p>
            <a:r>
              <a:rPr dirty="0" lang="en-IN"/>
              <a:t>FEATURES AND FUNCTIONALITY</a:t>
            </a:r>
          </a:p>
        </p:txBody>
      </p:sp>
      <p:sp>
        <p:nvSpPr>
          <p:cNvPr id="1048673" name=""/>
          <p:cNvSpPr txBox="1"/>
          <p:nvPr/>
        </p:nvSpPr>
        <p:spPr>
          <a:xfrm>
            <a:off x="904448" y="1032198"/>
            <a:ext cx="7477552" cy="3952240"/>
          </a:xfrm>
          <a:prstGeom prst="rect"/>
        </p:spPr>
        <p:txBody>
          <a:bodyPr rtlCol="0" wrap="square">
            <a:spAutoFit/>
          </a:bodyPr>
          <a:p>
            <a:r>
              <a:rPr sz="2800" lang="en-IN">
                <a:solidFill>
                  <a:srgbClr val="000000"/>
                </a:solidFill>
              </a:rPr>
              <a:t>Hero with headline + CTA; filterable projects; light/dark toggle (optional).
Accessible modals/cards; keyboard nav; alt text.
Fast: preconnect fonts, compress images, defer non-critical JS. </a:t>
            </a:r>
            <a:endParaRPr sz="28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object 2"/>
          <p:cNvSpPr txBox="1"/>
          <p:nvPr/>
        </p:nvSpPr>
        <p:spPr>
          <a:xfrm>
            <a:off x="752475" y="6486037"/>
            <a:ext cx="1773555" cy="323849"/>
          </a:xfrm>
          <a:prstGeom prst="rect"/>
        </p:spPr>
        <p:txBody>
          <a:bodyPr bIns="0" lIns="0" rIns="0" rtlCol="0" tIns="0" vert="horz" wrap="square">
            <a:spAutoFit/>
          </a:bodyPr>
          <a:p>
            <a:pPr>
              <a:lnSpc>
                <a:spcPts val="1275"/>
              </a:lnSpc>
            </a:pPr>
            <a:r>
              <a:rPr dirty="0"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dirty="0"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dirty="0"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dirty="0"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b="1" dirty="0" sz="1100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b="1" dirty="0" sz="1100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b="1" dirty="0" sz="1100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75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76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77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6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/>
        </p:spPr>
      </p:pic>
      <p:sp>
        <p:nvSpPr>
          <p:cNvPr id="1048678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7404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lang="en-IN" spc="15"/>
              <a:t>RESULTS AND SCREENSHOTS</a:t>
            </a:r>
            <a:endParaRPr dirty="0" sz="4250"/>
          </a:p>
        </p:txBody>
      </p:sp>
      <p:sp>
        <p:nvSpPr>
          <p:cNvPr id="1048679" name="object 8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80" name="TextBox 8"/>
          <p:cNvSpPr txBox="1"/>
          <p:nvPr/>
        </p:nvSpPr>
        <p:spPr>
          <a:xfrm>
            <a:off x="2743200" y="2354703"/>
            <a:ext cx="8534018" cy="1056639"/>
          </a:xfrm>
          <a:prstGeom prst="rect"/>
          <a:noFill/>
        </p:spPr>
        <p:txBody>
          <a:bodyPr rtlCol="0" wrap="square">
            <a:spAutoFit/>
          </a:bodyPr>
          <a:p>
            <a:pPr algn="l">
              <a:buFont typeface="Arial" panose="020B0604020202020204" pitchFamily="34" charset="0"/>
              <a:buChar char="•"/>
            </a:pP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7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2474478" y="2006554"/>
            <a:ext cx="6394934" cy="3813220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82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83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8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/>
        </p:spPr>
      </p:pic>
      <p:sp>
        <p:nvSpPr>
          <p:cNvPr id="1048684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4578668" cy="8388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lang="en-IN"/>
              <a:t>CONCLUSION</a:t>
            </a:r>
            <a:endParaRPr dirty="0"/>
          </a:p>
        </p:txBody>
      </p:sp>
      <p:sp>
        <p:nvSpPr>
          <p:cNvPr id="1048685" name="object 9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86" name=""/>
          <p:cNvSpPr txBox="1"/>
          <p:nvPr/>
        </p:nvSpPr>
        <p:spPr>
          <a:xfrm>
            <a:off x="1341707" y="2019299"/>
            <a:ext cx="6191510" cy="2987040"/>
          </a:xfrm>
          <a:prstGeom prst="rect"/>
        </p:spPr>
        <p:txBody>
          <a:bodyPr rtlCol="0" wrap="square">
            <a:spAutoFit/>
          </a:bodyPr>
          <a:p>
            <a:r>
              <a:rPr sz="2800" lang="en-IN">
                <a:solidFill>
                  <a:srgbClr val="000000"/>
                </a:solidFill>
              </a:rPr>
              <a:t>A focused, fast portfolio improves discoverability and conversion (contact/hire).
Ship MVP, measure Core Web Vitals, iterate on real feedback</a:t>
            </a:r>
            <a:endParaRPr sz="28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Face Mask Detection using Convolutional Neural Network (CNN)  </dc:title>
  <dc:creator>Konduru Narasimha</dc:creator>
  <cp:lastModifiedBy>Nanthini Mohan</cp:lastModifiedBy>
  <dcterms:created xsi:type="dcterms:W3CDTF">2024-03-28T17:07:22Z</dcterms:created>
  <dcterms:modified xsi:type="dcterms:W3CDTF">2025-08-30T07:24:32Z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  <property fmtid="{D5CDD505-2E9C-101B-9397-08002B2CF9AE}" pid="4" name="ICV">
    <vt:lpwstr>15910a69de0a40cbb900a7e10e8b2e2e</vt:lpwstr>
  </property>
</Properties>
</file>